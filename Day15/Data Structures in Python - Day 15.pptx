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9144000" cy="6858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a479a2bba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a479a2bba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a479a2bba_0_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a479a2bba_0_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a479a2bba_0_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a479a2bba_0_1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a479a2bba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a479a2bba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a479a2bba_0_24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479a2bba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a479a2bba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a479a2bba_0_37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a479a2bba_0_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a479a2bba_0_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a479a2bba_0_47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a479a2bba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a479a2bba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a479a2bba_0_57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a479a2bba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a479a2bba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a479a2bba_0_7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a479a2bba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a479a2bba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a479a2bba_0_8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a479a2bba_0_9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a479a2bba_0_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a479a2bba_0_9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a479a2bba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a479a2bba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a479a2bba_0_10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a479a2bba_0_1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a479a2bba_0_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a479a2bba_0_11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a479a2bba_0_1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a479a2bba_0_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a479a2bba_0_12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a479a2bba_0_1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a479a2bba_0_1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a479a2bba_0_13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599975"/>
            <a:ext cx="74652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Graph and Terminology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Types of Graphs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Adjacency Matrix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Adjacency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Breadth First Search (BFS)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Depth First Search (DFS)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Applications of BFS and DFS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examples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94350" y="1029175"/>
            <a:ext cx="83553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the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 data structure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which is used to represent connections between different elements. Students will learn graph terminology, types of graphs, and different ways to represent graphs such as adjacency matrix and adjacency list.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unit also covers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 traversal techniques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Breadth First Search (BFS) and Depth First Search (DFS), which are used to explore and search graphs efficiently.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concepts are important in real-world applications like social networks, maps, and network routing.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Graph</a:t>
            </a:r>
            <a:endParaRPr sz="2200"/>
          </a:p>
        </p:txBody>
      </p:sp>
      <p:sp>
        <p:nvSpPr>
          <p:cNvPr id="114" name="Google Shape;114;p18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Graph is a data structure used to represent relationships between objects.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graph consists of: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Vertices (Nodes) → represent objects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Edges → represent connections between vertices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----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|      |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 ---- D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Vertices: A, B, C, D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Edges: (A,B), (A,C), (B,D), (C,D)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Graph Terminology</a:t>
            </a:r>
            <a:endParaRPr sz="2200"/>
          </a:p>
        </p:txBody>
      </p:sp>
      <p:sp>
        <p:nvSpPr>
          <p:cNvPr id="122" name="Google Shape;122;p19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Vertex (Node)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point in graph.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A, B,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Connection between two vertices.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838" y="1485775"/>
            <a:ext cx="467677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Graph Terminology</a:t>
            </a:r>
            <a:endParaRPr sz="2200"/>
          </a:p>
        </p:txBody>
      </p:sp>
      <p:sp>
        <p:nvSpPr>
          <p:cNvPr id="131" name="Google Shape;131;p20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Degree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 of edges connected to a vertex.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connected to B and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Degree of A = 2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Path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Sequence of vertices connected by edges.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 →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4572000" y="1007325"/>
            <a:ext cx="52401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Cycle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Path that starts and ends at same vertex.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 → C → A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Types of Graphs</a:t>
            </a:r>
            <a:endParaRPr sz="2200"/>
          </a:p>
        </p:txBody>
      </p:sp>
      <p:sp>
        <p:nvSpPr>
          <p:cNvPr id="140" name="Google Shape;140;p21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Undirected Graph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Edges have no direction.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 —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Connection works both ways.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899275" y="1078550"/>
            <a:ext cx="61101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Directed Graph (Digraph)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Edges have direction.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 →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Only one direction allowed.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Types of Graphs</a:t>
            </a:r>
            <a:endParaRPr sz="2200"/>
          </a:p>
        </p:txBody>
      </p:sp>
      <p:sp>
        <p:nvSpPr>
          <p:cNvPr id="149" name="Google Shape;149;p22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Weighted Graph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Edges have weights (cost, distance, time)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—5—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 —3—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899275" y="1078550"/>
            <a:ext cx="61101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 Unweighted Graph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Edges have no weights.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Graph Representation</a:t>
            </a:r>
            <a:endParaRPr sz="2200"/>
          </a:p>
        </p:txBody>
      </p:sp>
      <p:sp>
        <p:nvSpPr>
          <p:cNvPr id="158" name="Google Shape;158;p23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Graphs can be represented in two ways: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Adjacency Matrix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Adjacency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9625" y="2358075"/>
            <a:ext cx="5645636" cy="21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Adjacency Matrix</a:t>
            </a:r>
            <a:endParaRPr sz="2200"/>
          </a:p>
        </p:txBody>
      </p:sp>
      <p:sp>
        <p:nvSpPr>
          <p:cNvPr id="167" name="Google Shape;167;p24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2D matrix used to represent graph connections.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 Graph: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 —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 — D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5801250" y="1521650"/>
            <a:ext cx="3637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 = [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[0,1,1,0],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[1,0,0,1],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[1,0,0,1],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[0,1,1,0]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print(graph)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Adjacency List</a:t>
            </a:r>
            <a:endParaRPr sz="2200"/>
          </a:p>
        </p:txBody>
      </p:sp>
      <p:sp>
        <p:nvSpPr>
          <p:cNvPr id="176" name="Google Shape;176;p25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 stored as list of connected vertices.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B,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 → A,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 → A,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D → B,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5434950" y="1185875"/>
            <a:ext cx="3637500" cy="30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graph = {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'A': ['B', 'C'],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'B': ['A', 'D'],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'C': ['A', 'D'],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'D': ['B', 'C']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print(graph)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Breadth First Search (BFS)</a:t>
            </a:r>
            <a:endParaRPr sz="2200"/>
          </a:p>
        </p:txBody>
      </p:sp>
      <p:sp>
        <p:nvSpPr>
          <p:cNvPr id="185" name="Google Shape;185;p26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BFS visits nodes level by level.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Queue (FIFO)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Working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 —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|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Start from A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order: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 → C →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49190" t="0"/>
          <a:stretch/>
        </p:blipFill>
        <p:spPr>
          <a:xfrm>
            <a:off x="4572000" y="1411900"/>
            <a:ext cx="3629751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Breadth First Search (BFS)</a:t>
            </a:r>
            <a:endParaRPr sz="2200"/>
          </a:p>
        </p:txBody>
      </p:sp>
      <p:sp>
        <p:nvSpPr>
          <p:cNvPr id="194" name="Google Shape;194;p27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Step-by-Step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Queue = [A]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A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Queue = [B, C]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B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Queue = [C, D]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C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Queue = [D]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D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5006150" y="941200"/>
            <a:ext cx="33933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BFS Time Complexity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O(V + E)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 = vertices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 = edges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Depth First Search (DFS)</a:t>
            </a:r>
            <a:endParaRPr sz="2200"/>
          </a:p>
        </p:txBody>
      </p:sp>
      <p:sp>
        <p:nvSpPr>
          <p:cNvPr id="203" name="Google Shape;203;p28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DFS visits nodes depth by depth.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Stack (LIFO) or Recursion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Working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 —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|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order: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 → D →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4" name="Google Shape;204;p28"/>
          <p:cNvPicPr preferRelativeResize="0"/>
          <p:nvPr/>
        </p:nvPicPr>
        <p:blipFill rotWithShape="1">
          <a:blip r:embed="rId3">
            <a:alphaModFix/>
          </a:blip>
          <a:srcRect b="0" l="50169" r="0" t="0"/>
          <a:stretch/>
        </p:blipFill>
        <p:spPr>
          <a:xfrm>
            <a:off x="4736500" y="1238250"/>
            <a:ext cx="3559776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Depth First Search (DFS)</a:t>
            </a:r>
            <a:endParaRPr sz="2200"/>
          </a:p>
        </p:txBody>
      </p:sp>
      <p:sp>
        <p:nvSpPr>
          <p:cNvPr id="212" name="Google Shape;212;p29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DFS visits nodes depth by depth.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Stack (LIFO) or Recursion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Working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— B — D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|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Visit order: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 → B → D → 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5158775" y="1175200"/>
            <a:ext cx="30000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DFS Time Complexity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O(V + E)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 World Applications</a:t>
            </a:r>
            <a:endParaRPr sz="2200"/>
          </a:p>
        </p:txBody>
      </p:sp>
      <p:sp>
        <p:nvSpPr>
          <p:cNvPr id="221" name="Google Shape;221;p30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Applications of BFS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Shortest path in graph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Social network friend suggestions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GPS navigation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Web crawling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Finding shortest path between cities.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990925" y="893650"/>
            <a:ext cx="36960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Applications of DFS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Cycle detection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Maze solving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Topological sorting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Path finding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Solving puzzles.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Practice Example</a:t>
            </a:r>
            <a:endParaRPr sz="2200"/>
          </a:p>
        </p:txBody>
      </p:sp>
      <p:sp>
        <p:nvSpPr>
          <p:cNvPr id="230" name="Google Shape;230;p31"/>
          <p:cNvSpPr txBox="1"/>
          <p:nvPr/>
        </p:nvSpPr>
        <p:spPr>
          <a:xfrm>
            <a:off x="196925" y="941200"/>
            <a:ext cx="8490000" cy="3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Graph: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graph = {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'1': ['2','3'],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'2': ['4'],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'3': ['5'],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'4': [],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'5': []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BFS 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1 2 3 4 5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DFS 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1 2 4 3 5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38" name="Google Shape;238;p32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graph structure and terminology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Identify different types of graphs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Represent graphs using adjacency matrix and adjacency list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BFS and DFS in Python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graph traversal techniques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graphs in real-world problems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