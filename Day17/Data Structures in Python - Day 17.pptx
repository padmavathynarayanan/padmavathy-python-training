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9144000" cy="68580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de47730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3de47730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a492e9af8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a492e9af8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a492e9af8_0_10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a492e9af8_0_1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a492e9af8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ca492e9af8_0_106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a1c165cb9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7a1c165cb9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a1c165cb9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a1c165cb9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7a1c165cb9_0_1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492e9af8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a492e9af8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ca492e9af8_0_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a492e9af8_0_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a492e9af8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a492e9af8_0_1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492e9af8_0_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a492e9af8_0_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a492e9af8_0_2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a492e9af8_0_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a492e9af8_0_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ca492e9af8_0_3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a492e9af8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a492e9af8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a492e9af8_0_4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a492e9af8_0_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a492e9af8_0_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a492e9af8_0_5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a492e9af8_0_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a492e9af8_0_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ca492e9af8_0_59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a492e9af8_0_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a492e9af8_0_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a492e9af8_0_9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a492e9af8_0_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a492e9af8_0_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ca492e9af8_0_7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a492e9af8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a492e9af8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a492e9af8_0_8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735a022c8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735a022c8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735a022c8_0_1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20015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4933950"/>
            <a:ext cx="9144000" cy="209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4927410"/>
            <a:ext cx="822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7990448" y="4906215"/>
            <a:ext cx="11394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237925" y="35375"/>
            <a:ext cx="59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0F243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Structures in Python</a:t>
            </a:r>
            <a:endParaRPr b="1" sz="2500">
              <a:solidFill>
                <a:srgbClr val="0F243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73550" y="599975"/>
            <a:ext cx="7465200" cy="3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Dynamic Programming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Concept of overlapping subproblems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Memoization (Top-Down approach)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Tabulation (Bottom-Up approach)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Comparison of Memoization and Tabulation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Practice examples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3550" y="76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sz="22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650" y="1723475"/>
            <a:ext cx="3109775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394350" y="1029175"/>
            <a:ext cx="83553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unit introduces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Dynamic Programming (DP)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 important problem-solving technique used to optimize recursive solutions by storing previously computed results. Students will learn how DP improves performance by avoiding repeated calculations.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unit covers two main approaches: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Memoization (Top-Down)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Tabulation (Bottom-Up)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These techniques help solve complex problems efficiently and are widely used in optimization and algorithm design.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Dynamic Programming is commonly used in problems like Fibonacci, shortest path, and optimization problems.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96925" y="76775"/>
            <a:ext cx="48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Unit 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Dynamic Programming</a:t>
            </a:r>
            <a:endParaRPr sz="2200"/>
          </a:p>
        </p:txBody>
      </p:sp>
      <p:sp>
        <p:nvSpPr>
          <p:cNvPr id="126" name="Google Shape;126;p20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Dynamic Programming (DP) is a technique used to solve problems by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breaking them into smaller subproblems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storing their results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to avoid repeated calculations.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DP improves efficiency by saving previously computed values.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396" y="2144675"/>
            <a:ext cx="4653201" cy="26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Why Dynamic Programming?</a:t>
            </a:r>
            <a:endParaRPr sz="2200"/>
          </a:p>
        </p:txBody>
      </p:sp>
      <p:sp>
        <p:nvSpPr>
          <p:cNvPr id="135" name="Google Shape;135;p21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Some problems repeat the same calculations many times.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 Fibonacci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Normal recursion: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F(5)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├── F(4)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│   ├── F(3)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│   │   ├── F(2)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│   │   └── F(1)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│   └── F(2)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└── F(3)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├── F(2)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└── F(1)</a:t>
            </a:r>
            <a:endParaRPr sz="12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Here F(3) and F(2) are calculated multiple times.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DP solves this problem by storing results.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Concepts of DP</a:t>
            </a:r>
            <a:endParaRPr sz="2200"/>
          </a:p>
        </p:txBody>
      </p:sp>
      <p:sp>
        <p:nvSpPr>
          <p:cNvPr id="143" name="Google Shape;143;p22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Two important properties: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Overlapping Subproblems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Same problem solved multiple times.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F(3) calculated again and again.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Optimal Substructure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Optimal solution can be built from optimal subproblems.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F(n) = F(n−1) + F(n−2)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Concepts of DP</a:t>
            </a:r>
            <a:endParaRPr sz="2200"/>
          </a:p>
        </p:txBody>
      </p:sp>
      <p:sp>
        <p:nvSpPr>
          <p:cNvPr id="151" name="Google Shape;151;p23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Fibonacci Problem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Fibonacci sequence: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0, 1, 1, 2, 3, 5, 8, 13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Formula: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F(n) = F(n−1) + F(n−2)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Concepts of DP</a:t>
            </a:r>
            <a:endParaRPr sz="2200"/>
          </a:p>
        </p:txBody>
      </p:sp>
      <p:sp>
        <p:nvSpPr>
          <p:cNvPr id="159" name="Google Shape;159;p24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Recursive Solution (Without DP)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 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def fibonacci(n):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if n &lt;= 1: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 return n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return fibonacci(n-1) + fibonacci(n-2)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print(fibonacci(5))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5357175" y="941200"/>
            <a:ext cx="30000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Problem with Recursion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O(2^n)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Very slow for large 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Memoization (Top-Down Approach)</a:t>
            </a:r>
            <a:endParaRPr sz="2200"/>
          </a:p>
        </p:txBody>
      </p:sp>
      <p:sp>
        <p:nvSpPr>
          <p:cNvPr id="168" name="Google Shape;168;p25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Memoization stores results of function calls and reuses them when needed.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Avoids repeated calculations.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 Memoization Works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 1: Check if result already exists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2: If yes → return result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3: If no → calculate and store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Memoization (Top-Down Approach)</a:t>
            </a:r>
            <a:endParaRPr sz="2200"/>
          </a:p>
        </p:txBody>
      </p:sp>
      <p:sp>
        <p:nvSpPr>
          <p:cNvPr id="176" name="Google Shape;176;p26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Memoization Visualization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memo = {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0:0,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1:1,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2:1,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3:2,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4:3,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5:5,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6:8</a:t>
            </a:r>
            <a:endParaRPr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Stored values reused.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O(n)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Much faster than recursion.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Tabulation (Bottom-Up Approach)</a:t>
            </a:r>
            <a:endParaRPr sz="2200"/>
          </a:p>
        </p:txBody>
      </p:sp>
      <p:sp>
        <p:nvSpPr>
          <p:cNvPr id="184" name="Google Shape;184;p27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Tabulation solves problem from bottom and stores results in table.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Starts from smallest value.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 Tabulation Works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 1: Create table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2: Fill values from beginning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3: Use stored values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5418225" y="2274150"/>
            <a:ext cx="3000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Table Visualization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Index:   0 1 2 3 4 5 6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Value:   0 1 1 2 3 5 8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O(n)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93" name="Google Shape;193;p28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38" y="1220563"/>
            <a:ext cx="8744314" cy="315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Real-World Applications</a:t>
            </a:r>
            <a:endParaRPr sz="2200"/>
          </a:p>
        </p:txBody>
      </p:sp>
      <p:sp>
        <p:nvSpPr>
          <p:cNvPr id="202" name="Google Shape;202;p29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Dynamic Programming used in: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Shortest path algorithms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Google Maps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Resource optimization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Game development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Robot navigation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9" name="Google Shape;209;p3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Example Problem</a:t>
            </a:r>
            <a:endParaRPr sz="2200"/>
          </a:p>
        </p:txBody>
      </p:sp>
      <p:sp>
        <p:nvSpPr>
          <p:cNvPr id="210" name="Google Shape;210;p30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can climb 1 or 2 steps.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number of ways to reach step 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 = 4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Ways: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1+1+1+1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1+1+2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1+2+1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2+1+1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2+2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Answer = 5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196925" y="310100"/>
            <a:ext cx="63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Outcomes</a:t>
            </a:r>
            <a:endParaRPr sz="2200"/>
          </a:p>
        </p:txBody>
      </p:sp>
      <p:sp>
        <p:nvSpPr>
          <p:cNvPr id="218" name="Google Shape;218;p31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Dynamic Programming concept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Identify problems that use DP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Memoization approach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Tabulation approach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Optimize recursive solutions using DP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Solve basic problems using Dynamic Programming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2286000" y="237169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