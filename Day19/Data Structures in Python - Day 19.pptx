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6858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de47730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3de47730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1c165cb9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a1c165cb9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1c165cb9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1c165cb9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a1c165cb9_0_18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079f97303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079f97303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079f97303_0_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9f97303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079f97303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079f97303_0_1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079f97303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079f97303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079f97303_0_2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079f97303_0_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079f97303_0_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079f97303_0_31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9f97303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079f97303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079f97303_0_9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079f97303_0_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079f97303_0_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079f97303_0_39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079f97303_0_1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079f97303_0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079f97303_0_103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079f97303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079f97303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079f97303_0_49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9f97303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079f97303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079f97303_0_112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079f97303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079f97303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079f97303_0_6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079f97303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079f97303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c079f97303_0_70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079f97303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079f97303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079f97303_0_79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735a022c8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735a022c8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735a022c8_0_135:notes"/>
          <p:cNvSpPr txBox="1"/>
          <p:nvPr>
            <p:ph idx="12" type="sldNum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20015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7558138" y="4943218"/>
            <a:ext cx="142164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36260" y="2724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4933950"/>
            <a:ext cx="9144000" cy="2095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4927410"/>
            <a:ext cx="822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7990448" y="4906215"/>
            <a:ext cx="11394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50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237925" y="35375"/>
            <a:ext cx="59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0F243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Structures in Python</a:t>
            </a:r>
            <a:endParaRPr b="1" sz="2500">
              <a:solidFill>
                <a:srgbClr val="0F243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73550" y="599975"/>
            <a:ext cx="7465200" cy="3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 to String Matching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KMP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Rabin–Karp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Z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Comparison of String Algorithms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Practice examples and applications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3550" y="76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sz="22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650" y="1723475"/>
            <a:ext cx="3109775" cy="31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94350" y="1029175"/>
            <a:ext cx="83553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unit introduces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String Algorithms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used for efficient pattern searching in text. Students will learn advanced algorithms like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KMP (Knuth–Morris–Pratt), Rabin–Karp, and Z Algorithm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which help find patterns quickly without checking every character repeatedly.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algorithms are widely used in applications like text editors, search engines, plagiarism detection, and data processing.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96925" y="76775"/>
            <a:ext cx="48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Unit 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String Algorithms</a:t>
            </a:r>
            <a:endParaRPr sz="2200"/>
          </a:p>
        </p:txBody>
      </p:sp>
      <p:sp>
        <p:nvSpPr>
          <p:cNvPr id="114" name="Google Shape;114;p18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String algorithms are used to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search, match, and analyze patterns in text efficiently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Problem: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Given: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 =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"ABABDABACDABABCABAB"</a:t>
            </a:r>
            <a:b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Pattern =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"ABABCABAB"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Find pattern position in text.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String Algorithms</a:t>
            </a:r>
            <a:endParaRPr sz="2200"/>
          </a:p>
        </p:txBody>
      </p:sp>
      <p:sp>
        <p:nvSpPr>
          <p:cNvPr id="122" name="Google Shape;122;p19"/>
          <p:cNvSpPr txBox="1"/>
          <p:nvPr/>
        </p:nvSpPr>
        <p:spPr>
          <a:xfrm>
            <a:off x="196925" y="1078550"/>
            <a:ext cx="8490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Applications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engines (Google search)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 editors (Find option)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Plagiarism detection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DNA sequence matching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compression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Introduction to String Algorithms</a:t>
            </a:r>
            <a:endParaRPr sz="2200"/>
          </a:p>
        </p:txBody>
      </p:sp>
      <p:sp>
        <p:nvSpPr>
          <p:cNvPr id="130" name="Google Shape;130;p20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Basic Method (Naive Approach)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 pattern at every position.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Text: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"ABCABCABC"</a:t>
            </a:r>
            <a:b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Pattern: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"ABC"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 at index 0, 1, 2, ...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 Complexity: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O(n × m)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Slow for large text.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KMP Algorithm (Knuth–Morris–Pratt)</a:t>
            </a:r>
            <a:endParaRPr sz="2200"/>
          </a:p>
        </p:txBody>
      </p:sp>
      <p:sp>
        <p:nvSpPr>
          <p:cNvPr id="138" name="Google Shape;138;p21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KMP avoids unnecessary comparisons using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LPS array (Longest Prefix Suffix)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 uses previously matched information.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is LPS Array?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LPS stores length of longest prefix which is also suffix.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 =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"ABABCABAB"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LPS: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Pattern: A B A B C A B A B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Index:   0 1 2 3 4 5 6 7 8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LPS:     0 0 1 2 0 1 2 3 4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KMP Algorithm (Knuth–Morris–Pratt)</a:t>
            </a:r>
            <a:endParaRPr sz="2200"/>
          </a:p>
        </p:txBody>
      </p:sp>
      <p:sp>
        <p:nvSpPr>
          <p:cNvPr id="146" name="Google Shape;146;p22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Steps in KMP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1: Build LPS array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2: Compare pattern with text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3: Shift pattern using LPS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KMP Algorithm (Knuth–Morris–Pratt)</a:t>
            </a:r>
            <a:endParaRPr sz="2200"/>
          </a:p>
        </p:txBody>
      </p:sp>
      <p:sp>
        <p:nvSpPr>
          <p:cNvPr id="154" name="Google Shape;154;p23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63" y="1313200"/>
            <a:ext cx="5923127" cy="35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Rabin–Karp Algorithm</a:t>
            </a:r>
            <a:endParaRPr sz="2200"/>
          </a:p>
        </p:txBody>
      </p:sp>
      <p:sp>
        <p:nvSpPr>
          <p:cNvPr id="163" name="Google Shape;163;p24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 </a:t>
            </a: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hash function</a:t>
            </a: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 compare pattern and text.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Instead of comparing characters, compare hash values.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Steps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Step 1: Calculate hash of pattern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2: Calculate hash of text window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3: Compare hashes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Step 4: Slide window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Text: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"ABCABCABC"</a:t>
            </a:r>
            <a:b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Pattern: </a:t>
            </a: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"ABC"         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Compare hash values.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Rabin–Karp Algorithm</a:t>
            </a:r>
            <a:endParaRPr sz="2200"/>
          </a:p>
        </p:txBody>
      </p:sp>
      <p:sp>
        <p:nvSpPr>
          <p:cNvPr id="171" name="Google Shape;171;p25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15676"/>
          <a:stretch/>
        </p:blipFill>
        <p:spPr>
          <a:xfrm>
            <a:off x="1015275" y="928875"/>
            <a:ext cx="7296150" cy="37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Z Algorithm</a:t>
            </a:r>
            <a:endParaRPr sz="2200"/>
          </a:p>
        </p:txBody>
      </p:sp>
      <p:sp>
        <p:nvSpPr>
          <p:cNvPr id="180" name="Google Shape;180;p26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Creates Z array which stores length of substring matching prefix.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String: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ABABCABAB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Z array: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[0,0,2,0,0,4,0,2,0]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816200" y="1435150"/>
            <a:ext cx="30000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in Pattern Matching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Combine: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pattern + "$" + text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ABC$ABCABCABC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Z Algorithm</a:t>
            </a:r>
            <a:endParaRPr sz="2200"/>
          </a:p>
        </p:txBody>
      </p:sp>
      <p:sp>
        <p:nvSpPr>
          <p:cNvPr id="189" name="Google Shape;189;p27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816200" y="14351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700" y="1221050"/>
            <a:ext cx="666750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Pattern Search using Z Algorithm</a:t>
            </a:r>
            <a:endParaRPr sz="2200"/>
          </a:p>
        </p:txBody>
      </p:sp>
      <p:sp>
        <p:nvSpPr>
          <p:cNvPr id="199" name="Google Shape;199;p28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 z_search(text, pattern):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string = pattern + "$" + text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z = z_algorithm(string)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for i in range(len(z)):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if z[i] == len(pattern):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         print("Pattern found at index", i-len(pattern)-1)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z_search("ABCABCABC", "ABC")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 found at index 0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 found at index 3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 found at index 6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Real-World Applications</a:t>
            </a:r>
            <a:endParaRPr sz="2200"/>
          </a:p>
        </p:txBody>
      </p:sp>
      <p:sp>
        <p:nvSpPr>
          <p:cNvPr id="207" name="Google Shape;207;p29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in: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Search engines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 editors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DNA matching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Spam detection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mining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196925" y="310100"/>
            <a:ext cx="575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Example Practice Problem</a:t>
            </a:r>
            <a:endParaRPr sz="2200"/>
          </a:p>
        </p:txBody>
      </p:sp>
      <p:sp>
        <p:nvSpPr>
          <p:cNvPr id="215" name="Google Shape;215;p30"/>
          <p:cNvSpPr txBox="1"/>
          <p:nvPr/>
        </p:nvSpPr>
        <p:spPr>
          <a:xfrm>
            <a:off x="196925" y="895400"/>
            <a:ext cx="8490000" cy="3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Text: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AABAACAADAABAABA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AABA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 0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 9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 12</a:t>
            </a:r>
            <a:endParaRPr sz="1600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196925" y="310100"/>
            <a:ext cx="635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Key Outcomes</a:t>
            </a:r>
            <a:endParaRPr sz="2200"/>
          </a:p>
        </p:txBody>
      </p:sp>
      <p:sp>
        <p:nvSpPr>
          <p:cNvPr id="223" name="Google Shape;223;p31"/>
          <p:cNvSpPr txBox="1"/>
          <p:nvPr/>
        </p:nvSpPr>
        <p:spPr>
          <a:xfrm>
            <a:off x="196925" y="910675"/>
            <a:ext cx="8490000" cy="3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Understand string pattern matching concepts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KMP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Rabin–Karp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Z algorithm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Compare different string searching techniques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Apply string algorithms in real-world problems</a:t>
            </a:r>
            <a:br>
              <a:rPr lang="en-I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/>
        </p:nvSpPr>
        <p:spPr>
          <a:xfrm>
            <a:off x="2286000" y="2371695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