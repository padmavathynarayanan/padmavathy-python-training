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44B27-BDB0-C254-7E80-22140841D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86D47-0230-5AAC-FA9E-67E454B10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048A9-D5AE-7013-A77B-9E240F8B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75B9C-8AA9-1A0A-3B38-C2C81F8F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D835C-0F43-6FA5-77B1-CABD2EE3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51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DEF4-1880-88EF-1136-2FC0F1C4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61D08-FE09-0A03-B947-58071D6D8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2F16-A6BA-421E-6B45-17D76C87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7100C-400E-57B5-CCD1-8A955EE75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19537-71F9-89CC-6630-DE324750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168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D00B-822A-859A-A313-4B1414BB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5EB76-4152-9BB1-4D94-DC14794D7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84289-D67E-94DE-604B-61D448DC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06BA5-91F3-125F-FED4-37E6194E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D1E7A-C4B7-B450-0AD9-923983B6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63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34079-F031-C494-0BF1-29D294B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D89C-D529-E67C-FA62-1CA32B269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D9898-8139-A0F9-C7CF-872DE46B3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2BC8A-F3F3-315A-9813-29C87D19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625FE-1B9D-42DC-1FBC-7735F7DD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CFE35-9BA9-7878-6911-9F4AB63D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98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2D8D-5D3F-19C4-E917-AFA8B4A5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25908-0073-00F4-2775-B71096E0E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D7C6C-C5CC-1572-2CBF-21741BE09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91A48-51C2-1835-74BA-7870AAC7F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598B4-5195-E4E5-2A91-848374AA0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E9B52C-AE0C-A244-9A9D-B125E286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D7BDA-2616-D4E1-6048-FE29BAFD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ED861-5F6B-4F09-4AE3-14F42323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25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6144-58FF-50C3-7820-522AAAC6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23555-3502-770D-FD06-964FFA1C7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40F22-BDA1-9712-AF90-7252AC64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50DAF-95B6-9E2A-0C18-38993312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06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77630-581F-35E6-20CD-FA5D5E046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9A1B98-386B-D64D-0012-82335119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29BBD-B89B-1BFD-48C9-9A7E88D3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50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B441-312F-BB33-AD6C-62210439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F8BE6-B7A7-5ADF-6C70-EA5561A52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9A681-0F77-4E95-E5B3-7CB82BE69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980C3-56F9-246F-BF5A-C3F0151D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BBE00-9804-E370-63E4-A0F46ED98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33D0F-16F8-6AD0-8858-4FD83E8C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77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AB5D-8232-E9BB-8C33-3BAD6825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B1C0F-F1F0-6E13-44B2-2A1C8D546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45FA8-D503-D51F-C349-0E36DAF32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1C552-8035-7C61-3E52-82542D24E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28235-36C2-BC62-D9BB-8F4852EB9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84443-4EF5-DC79-8F66-7560B758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0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0CBC-F3D8-47FF-A8FF-E3F65D19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7CE07-D126-DF11-127A-D974D1928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CB554-13E7-95CD-ED36-CB21EA21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5B16-98F6-BD39-05C8-30A73CF8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F3320-8DEA-EADA-B886-3975E672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328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F47C2-6DE3-9DA2-0FA2-C4D2795D0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4B344-85C0-1F33-BF18-C9EEFFFD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6AC2D-1C3F-18CB-7C56-CAC6E056F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A1C44-E9BF-A342-2925-422B4E1B2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B1E26-42CE-99AC-D7FE-BB8A851B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10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134F7-C60D-EB8C-9074-16ABAB9E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BD0F6-2C62-A39F-9631-0870C5A1F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3DCDA-3E24-217A-22C5-5D79B866E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C5905-1E18-4A59-B95D-C4577EA65C33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0596F-229E-6345-18D3-895A69B3B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5CF54-9C09-970A-2698-8F95A4802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05A58-FC27-43BE-84C2-FB84E1DA3A87}" type="slidenum">
              <a:rPr lang="en-IN" smtClean="0"/>
              <a:t>‹#›</a:t>
            </a:fld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A73F12-8E54-A889-A076-D08E077BA9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9354" y="365125"/>
            <a:ext cx="2467165" cy="51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5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DA1E-4408-AEF8-3929-BD7845183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2594"/>
            <a:ext cx="9144000" cy="2387600"/>
          </a:xfrm>
        </p:spPr>
        <p:txBody>
          <a:bodyPr/>
          <a:lstStyle/>
          <a:p>
            <a:r>
              <a:rPr lang="en-US" b="1" dirty="0"/>
              <a:t>Clean Code + Time &amp; Space Complexity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4469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72"/>
    </mc:Choice>
    <mc:Fallback xmlns="">
      <p:transition spd="slow" advTm="131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488F-8043-C981-F716-B82BA059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Clean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AFFF8-E5B8-C917-CB5E-EB1718B28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that is </a:t>
            </a:r>
            <a:r>
              <a:rPr lang="en-US" b="1" dirty="0"/>
              <a:t>easy to read, understand, modify, and debug</a:t>
            </a:r>
            <a:r>
              <a:rPr lang="en-US" dirty="0"/>
              <a:t>.</a:t>
            </a:r>
          </a:p>
          <a:p>
            <a:r>
              <a:rPr lang="en-US" dirty="0"/>
              <a:t>Bad code works today.</a:t>
            </a:r>
          </a:p>
          <a:p>
            <a:r>
              <a:rPr lang="en-US" dirty="0"/>
              <a:t>Clean code works </a:t>
            </a:r>
            <a:r>
              <a:rPr lang="en-US" b="1" dirty="0"/>
              <a:t>today + tomorrow + for others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553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F8C1-AD00-F9FB-2160-5F28A3E1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IN" b="1" dirty="0"/>
              <a:t>Meaningful Variable Names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1B550-42AC-E44B-C941-91BBC7A1A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6085" y="1854534"/>
            <a:ext cx="5181600" cy="4351338"/>
          </a:xfrm>
        </p:spPr>
        <p:txBody>
          <a:bodyPr/>
          <a:lstStyle/>
          <a:p>
            <a:r>
              <a:rPr lang="es-ES" b="1" dirty="0">
                <a:solidFill>
                  <a:srgbClr val="FF0000"/>
                </a:solidFill>
              </a:rPr>
              <a:t>BAD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ADF66F-6AD5-CC43-3BBD-4557C105C1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CLEAN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9A5DC-341D-720E-17DC-A74BD09CF229}"/>
              </a:ext>
            </a:extLst>
          </p:cNvPr>
          <p:cNvSpPr txBox="1"/>
          <p:nvPr/>
        </p:nvSpPr>
        <p:spPr>
          <a:xfrm>
            <a:off x="1556085" y="4681972"/>
            <a:ext cx="100744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Rule: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Names should explain </a:t>
            </a:r>
            <a:r>
              <a:rPr lang="en-US" sz="2800" i="1" dirty="0"/>
              <a:t>why</a:t>
            </a:r>
            <a:r>
              <a:rPr lang="en-US" sz="2800" dirty="0"/>
              <a:t> the variable exists.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9E8BBA-50B7-481D-6841-BA2309109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277"/>
          <a:stretch>
            <a:fillRect/>
          </a:stretch>
        </p:blipFill>
        <p:spPr>
          <a:xfrm>
            <a:off x="1556084" y="2416578"/>
            <a:ext cx="3259287" cy="21015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E56BE9-E295-BA10-018F-32B7F1B70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459" y="2361267"/>
            <a:ext cx="6059007" cy="210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BC24-099B-CDA5-5E89-4CAAD1796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CF61-8A24-E8B4-4E1C-12E024570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Follow One Job per Function (SRP)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BC648-F8BD-D552-8232-00143EEDD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3343" y="1854534"/>
            <a:ext cx="5181600" cy="4351338"/>
          </a:xfrm>
        </p:spPr>
        <p:txBody>
          <a:bodyPr/>
          <a:lstStyle/>
          <a:p>
            <a:r>
              <a:rPr lang="es-ES" b="1" dirty="0">
                <a:solidFill>
                  <a:srgbClr val="FF0000"/>
                </a:solidFill>
              </a:rPr>
              <a:t>BAD</a:t>
            </a:r>
          </a:p>
          <a:p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75F01A-AF9D-FBBC-A374-46007D2C80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CLEAN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54853-554E-7108-C9E3-8174010683E8}"/>
              </a:ext>
            </a:extLst>
          </p:cNvPr>
          <p:cNvSpPr txBox="1"/>
          <p:nvPr/>
        </p:nvSpPr>
        <p:spPr>
          <a:xfrm>
            <a:off x="1556085" y="4681972"/>
            <a:ext cx="100744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Rule: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One function = one responsibility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D3EC0-05A7-6184-318B-6474C4B14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42" y="2485229"/>
            <a:ext cx="3972425" cy="1809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CB6CE3-E836-E892-BA8C-15274B26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057" y="2397463"/>
            <a:ext cx="4898858" cy="221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42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42676-F2E1-9438-7AFD-6E5BACF8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D627-43BC-F41F-9D77-8536126A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IN" b="1" dirty="0"/>
              <a:t>Avoid Hard-Coding Values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009E5-73EC-25C2-8B3B-A7BC65276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3343" y="1854534"/>
            <a:ext cx="5181600" cy="4351338"/>
          </a:xfrm>
        </p:spPr>
        <p:txBody>
          <a:bodyPr/>
          <a:lstStyle/>
          <a:p>
            <a:r>
              <a:rPr lang="es-ES" b="1" dirty="0">
                <a:solidFill>
                  <a:srgbClr val="FF0000"/>
                </a:solidFill>
              </a:rPr>
              <a:t>BAD</a:t>
            </a:r>
          </a:p>
          <a:p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9BBF36-D205-210F-06BF-50C13CDC19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CLEAN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53C554-1969-5D53-404D-64842C7E0422}"/>
              </a:ext>
            </a:extLst>
          </p:cNvPr>
          <p:cNvSpPr txBox="1"/>
          <p:nvPr/>
        </p:nvSpPr>
        <p:spPr>
          <a:xfrm>
            <a:off x="1134979" y="3872430"/>
            <a:ext cx="100744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Rule: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Use constants for fixed values.</a:t>
            </a: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B29C3D-14FE-6BD0-EE73-5D5588EDE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43" y="2717005"/>
            <a:ext cx="3876173" cy="533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86E10D-3DAA-0C79-0770-DDEDD096A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474893"/>
            <a:ext cx="4822657" cy="97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85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ADB1-8339-1E80-BFC6-C5EE8A3F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D3016-4B66-0A79-FF9D-B7D85E8A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Keep Code Readable (Spacing &amp; Style)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CDD3C-C92E-23EF-5BEE-8B7E9ACF4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3343" y="1854534"/>
            <a:ext cx="5181600" cy="4351338"/>
          </a:xfrm>
        </p:spPr>
        <p:txBody>
          <a:bodyPr/>
          <a:lstStyle/>
          <a:p>
            <a:r>
              <a:rPr lang="es-ES" b="1" dirty="0">
                <a:solidFill>
                  <a:srgbClr val="FF0000"/>
                </a:solidFill>
              </a:rPr>
              <a:t>BAD</a:t>
            </a:r>
          </a:p>
          <a:p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5D4E71-47AC-35F3-E179-C71A0EAAE2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CLEAN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88496-7A84-CCBB-F5BA-A73027E2EDFC}"/>
              </a:ext>
            </a:extLst>
          </p:cNvPr>
          <p:cNvSpPr txBox="1"/>
          <p:nvPr/>
        </p:nvSpPr>
        <p:spPr>
          <a:xfrm>
            <a:off x="1369259" y="4114025"/>
            <a:ext cx="100744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Rule: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Code is read more than it’s written.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27895-A116-AACD-AAA9-2AAF9968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85" y="2438926"/>
            <a:ext cx="3460514" cy="7053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214946-1AE7-CF4C-A7B7-21153DDD5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480" y="2438926"/>
            <a:ext cx="3226234" cy="106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18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D461D-7373-3555-7DE4-97474617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0B35-0D81-5DBC-8D44-9B4F8E3B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</a:t>
            </a:r>
            <a:r>
              <a:rPr lang="en-IN" b="1" dirty="0"/>
              <a:t>Comment </a:t>
            </a:r>
            <a:r>
              <a:rPr lang="en-IN" b="1" i="1" dirty="0"/>
              <a:t>Why</a:t>
            </a:r>
            <a:r>
              <a:rPr lang="en-IN" b="1" dirty="0"/>
              <a:t>, Not </a:t>
            </a:r>
            <a:r>
              <a:rPr lang="en-IN" b="1" i="1" dirty="0"/>
              <a:t>What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F7327-442E-5066-AC26-BC130744C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3343" y="1854534"/>
            <a:ext cx="5181600" cy="4351338"/>
          </a:xfrm>
        </p:spPr>
        <p:txBody>
          <a:bodyPr/>
          <a:lstStyle/>
          <a:p>
            <a:r>
              <a:rPr lang="es-ES" b="1" dirty="0">
                <a:solidFill>
                  <a:srgbClr val="FF0000"/>
                </a:solidFill>
              </a:rPr>
              <a:t>BAD</a:t>
            </a:r>
          </a:p>
          <a:p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417A96-AD68-1C32-AA0D-33B4EB14AA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CLEAN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6ED4DC-1CE6-503E-1224-6362B3A7D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85" y="2544247"/>
            <a:ext cx="3328284" cy="954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1E90DE-ABC2-32E1-F6A5-7984F593A9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10" r="6788"/>
          <a:stretch>
            <a:fillRect/>
          </a:stretch>
        </p:blipFill>
        <p:spPr>
          <a:xfrm>
            <a:off x="5502532" y="2474893"/>
            <a:ext cx="6496964" cy="9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38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992E85-EBFF-6ED0-2854-DC59C51F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Practice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55A4B4-1525-46C8-46F9-36E2581AB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736" y="1710365"/>
            <a:ext cx="4314936" cy="146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225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124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Clean Code + Time &amp; Space Complexity</vt:lpstr>
      <vt:lpstr>What is Clean Code?</vt:lpstr>
      <vt:lpstr>1. Meaningful Variable Names</vt:lpstr>
      <vt:lpstr>2. Follow One Job per Function (SRP)</vt:lpstr>
      <vt:lpstr>3. Avoid Hard-Coding Values</vt:lpstr>
      <vt:lpstr>4. Keep Code Readable (Spacing &amp; Style)</vt:lpstr>
      <vt:lpstr>5. Comment Why, Not What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Padmavathy N</dc:creator>
  <cp:lastModifiedBy>Padmavathy N</cp:lastModifiedBy>
  <cp:revision>27</cp:revision>
  <dcterms:created xsi:type="dcterms:W3CDTF">2026-02-23T17:56:55Z</dcterms:created>
  <dcterms:modified xsi:type="dcterms:W3CDTF">2026-02-23T18:08:45Z</dcterms:modified>
</cp:coreProperties>
</file>