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A836-B58E-8635-0923-089203271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169BA-C65D-BB1D-A5DB-14389DAE9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82E27-42A9-D842-130C-4AE5EBD0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D69DB-22E8-F4C3-B2F8-315B6432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84EF5-E56F-E88B-2B12-5F5A913B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57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7101-0BC4-847D-7CBF-B276DCB5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59BB4-8FC0-06F8-91D0-5A7066647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A2D49-2149-24C6-EB2C-D78193EF6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EE9D7-277C-AA61-E316-F72DE153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BABD2-7F30-E5CD-5CE6-4D5663C0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3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575A-BC5F-82DF-76B6-44C76E72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EB652-3556-08FD-1E77-4643991CF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00A77-D03B-9C87-DEA3-5C7419D0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23F7D-4BEE-AD8A-6368-F64F86D1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3BDC1-4479-1A20-223D-81DD3FB9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33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D177-EFAA-9AAA-AEC4-2D7DF53F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8F29D-CD45-7485-C870-6CEBE79A7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6B011-D1FF-AE7F-9015-ED323889B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9EFA6-334B-764C-4827-EA947799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AE66E-8ABB-9023-E562-CDBE0CFE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3631A-7DF4-30A3-2489-66835BE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98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F2565-CD84-6642-D501-EB5A58D4A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B81FF-62CD-190A-9706-70BAE986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E9647-3672-34CA-6BE8-D4D9AB2E4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82503-B42C-E1B3-58C1-8B3215DA2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510BB-4159-0F49-0377-4BCB2AC2F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7F4C1-C0F3-1A6A-5E64-374DBC34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09209-CD14-866A-5EE8-897EC9A9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84903-5AB2-E031-738D-8A011C5B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2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A3DE-E9C9-060D-FDA9-DA19BEB3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74878-DD4F-B39B-326B-E1AFB170E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C9146-9948-03F4-CAA2-9AABFE8C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EA890-8460-356F-BAC8-A6DC4ECE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00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163AC-59D4-8B27-347A-8A7F59C4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E59E4-6A5F-D59C-03A0-21F414D7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CE707-9C5D-A84C-7532-245103B2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69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FAA5-D35A-7BBB-4C4A-CED0F4B97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90A2E-C03C-7674-8A75-452A9947D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3F511-9419-4FD3-6806-DF6B49FD2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53763-9061-D3A7-7495-7D9E5498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5C29C-C020-26A3-049E-23AF9DFA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E8E71-8A98-5CCB-EA60-AA1B7FA2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463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3727-BE16-0F25-214B-A9BC560F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24FD25-A471-94B3-D647-6147CF704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9ED77-2C35-0E3D-83BD-4170397B0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70FE9-2675-F911-D026-E2F496C2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75ED0-5415-1DF3-CA49-CE94CCC8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46588-8519-AD89-D8AE-4A8D80BD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8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F9D8-9A10-FB95-C2E8-9F2BF5CF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5394D-5DA7-0278-B1F7-873F94638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7F30B-5AAA-9329-3E49-12785A71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B0F7E-01BA-F4DD-E42A-F0F9C403A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04AB8-3655-C876-6B1D-A33EDE65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79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6F86D-3C35-1109-1100-E07CEB037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0B58D-3BBF-53E8-F48E-3BDEA75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D4B37-C6AC-70AB-CF13-539B22CB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29813-62FB-5968-1416-315C3A0F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2E7E8-0385-1561-6DB1-99005FBF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88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15D5E7-2283-88ED-8E61-88E7264F0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CF7CC-E187-3DF7-E312-E1931BE5F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C13E2-813C-F213-A5AE-0CAB52EB66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7A650-EB64-45C0-8F02-D0860AEA36F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2209E-0129-5EA6-D876-E6AF6AE77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EEFF-84F5-6E5C-2C05-DA473EC28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A75C0-A279-4BE5-B338-F743E92DDA53}" type="slidenum">
              <a:rPr lang="en-IN" smtClean="0"/>
              <a:t>‹#›</a:t>
            </a:fld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A140F5-0CF0-3869-6798-5E62EF0D1C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048" y="438462"/>
            <a:ext cx="2850983" cy="58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3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3B69-ED3A-D525-9CAE-4784E09AD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Big-O Notation</a:t>
            </a:r>
          </a:p>
        </p:txBody>
      </p:sp>
    </p:spTree>
    <p:extLst>
      <p:ext uri="{BB962C8B-B14F-4D97-AF65-F5344CB8AC3E}">
        <p14:creationId xmlns:p14="http://schemas.microsoft.com/office/powerpoint/2010/main" val="1986128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7599-7BE9-1275-19BB-F93527BB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Big-O?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5740-0CB8-9FE5-C166-1BFBCD1C3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to express </a:t>
            </a:r>
            <a:r>
              <a:rPr lang="en-US" b="1" dirty="0"/>
              <a:t>worst-case performance</a:t>
            </a:r>
          </a:p>
          <a:p>
            <a:pPr marL="0" indent="0">
              <a:buNone/>
            </a:pPr>
            <a:r>
              <a:rPr lang="en-US" b="1" dirty="0"/>
              <a:t>Common Big-O Types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2027FA-C5EF-1FAA-0993-FB3AD99E5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890319"/>
              </p:ext>
            </p:extLst>
          </p:nvPr>
        </p:nvGraphicFramePr>
        <p:xfrm>
          <a:off x="838200" y="3086894"/>
          <a:ext cx="10515600" cy="2590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6707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79485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Big-O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87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Access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3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Loop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092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Nested loops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90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Binary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62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0651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168C-5D60-2013-79E5-25CDCA9C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Binary Search Example – O(log n)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75DD4-139D-9F3E-3080-2389ACF8C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step halves the data very fast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DF2C12-DFE0-4D6F-E29C-ACCEA3419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260" y="2432345"/>
            <a:ext cx="4615814" cy="374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0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719B-3F2C-AD5C-6CFD-82C128A1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Big-O Simplification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3CA8-B995-211B-DD1D-462F96E9B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O(2n) → O(n)</a:t>
            </a:r>
          </a:p>
          <a:p>
            <a:r>
              <a:rPr lang="pt-BR" dirty="0"/>
              <a:t>O(n + 10) → O(n)</a:t>
            </a:r>
          </a:p>
          <a:p>
            <a:r>
              <a:rPr lang="pt-BR" dirty="0"/>
              <a:t>O(n² + n) → O(n²)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273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7EA1-E66E-2BAA-E254-6E1ABD381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Big-O in Real-World Programs</a:t>
            </a:r>
            <a:br>
              <a:rPr lang="en-IN" b="1" dirty="0"/>
            </a:br>
            <a:r>
              <a:rPr lang="en-IN" b="1" dirty="0"/>
              <a:t>Example 1: Searching Users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72E1A-9BF8-77C6-53B8-4435FF64A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Linear Search – O(n)</a:t>
            </a:r>
            <a:endParaRPr lang="en-IN" b="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990BA34-1D29-0773-FEDC-F86B286178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2920822"/>
            <a:ext cx="4354758" cy="125222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60472A-4F93-538E-B33A-36B013C46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Dictionary Lookup – O(1)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B12DC43-BACB-40D7-0C74-54C652EBA87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r="15389" b="3226"/>
          <a:stretch>
            <a:fillRect/>
          </a:stretch>
        </p:blipFill>
        <p:spPr>
          <a:xfrm>
            <a:off x="6300537" y="3087327"/>
            <a:ext cx="3757863" cy="49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93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301C-5530-D846-0137-F8ABC8C1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50D0-C381-6438-475F-10AF3840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Big-O in Real-World Programs</a:t>
            </a:r>
            <a:br>
              <a:rPr lang="en-IN" b="1" dirty="0"/>
            </a:br>
            <a:r>
              <a:rPr lang="en-IN" b="1" dirty="0"/>
              <a:t>Example 2: Duplicate Check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3BA14-BCFA-CF47-F90E-E30D10ACC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344110"/>
            <a:ext cx="5157787" cy="823912"/>
          </a:xfrm>
        </p:spPr>
        <p:txBody>
          <a:bodyPr/>
          <a:lstStyle/>
          <a:p>
            <a:r>
              <a:rPr lang="en-IN" dirty="0"/>
              <a:t>Bad</a:t>
            </a:r>
            <a:endParaRPr lang="en-IN" b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DE9F56-EC2D-937E-7FAC-91C36FF6B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344110"/>
            <a:ext cx="5183188" cy="823912"/>
          </a:xfrm>
        </p:spPr>
        <p:txBody>
          <a:bodyPr/>
          <a:lstStyle/>
          <a:p>
            <a:r>
              <a:rPr lang="en-IN" dirty="0"/>
              <a:t>Clean &amp; Efficient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9AFCDD9C-521F-EA85-4008-32BAB4980F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2014" y="2168022"/>
            <a:ext cx="4346185" cy="18266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8671D5F-517A-C1DB-A932-81723610C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1" y="2095852"/>
            <a:ext cx="3801979" cy="23515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3F59202-61E7-E2BD-BC16-D67BCCE66CBC}"/>
              </a:ext>
            </a:extLst>
          </p:cNvPr>
          <p:cNvSpPr txBox="1"/>
          <p:nvPr/>
        </p:nvSpPr>
        <p:spPr>
          <a:xfrm>
            <a:off x="709864" y="4447367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Clean Code + Performance: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Clean code: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easier to optimize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easier to refactor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easier to scale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4843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148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Big-O Notation</vt:lpstr>
      <vt:lpstr>What is Big-O?</vt:lpstr>
      <vt:lpstr>Binary Search Example – O(log n)</vt:lpstr>
      <vt:lpstr>Big-O Simplification Rules</vt:lpstr>
      <vt:lpstr>Big-O in Real-World Programs Example 1: Searching Users </vt:lpstr>
      <vt:lpstr>Big-O in Real-World Programs Example 2: Duplicate Check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Padmavathy N</dc:creator>
  <cp:lastModifiedBy>Padmavathy N</cp:lastModifiedBy>
  <cp:revision>24</cp:revision>
  <dcterms:created xsi:type="dcterms:W3CDTF">2026-02-23T18:22:52Z</dcterms:created>
  <dcterms:modified xsi:type="dcterms:W3CDTF">2026-02-23T18:32:19Z</dcterms:modified>
</cp:coreProperties>
</file>