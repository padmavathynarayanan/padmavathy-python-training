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DA3F-D101-983B-97FB-B10A302BF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9DD04-0439-1DC6-2A91-9D5E80889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B4E3B-9CC7-61E7-610A-62D0BADF2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9020-47ED-4462-9FF7-6AB104CD568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51662-7DFF-20CB-350D-D93BC23FD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9BF65-F29D-8B7E-138D-7D4E11404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3A9-6C2E-445C-B141-4086C26E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13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3636C-FDC3-5F3E-C820-7B6569D5D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A1DDA-199D-36C7-148D-12E2F5DA8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C9C0D-E7CE-EFF5-B5A2-BD9B5190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9020-47ED-4462-9FF7-6AB104CD568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60FE1-11D7-2949-E273-E5650E444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31020-6490-A657-26B4-3BA479EF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3A9-6C2E-445C-B141-4086C26E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57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4E991-40F1-E478-17E5-B5CB92381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9C139-F53A-7E0C-EA9E-80ECBAA2D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852F6-411D-E50A-2157-73C7738E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9020-47ED-4462-9FF7-6AB104CD568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0BA3E-F832-339A-083A-4C86B0D12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0736B-C913-9C5B-EA35-AB665634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3A9-6C2E-445C-B141-4086C26E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163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80CBC-EDB0-10DC-41DD-CDAD2EA7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3190E-C4D1-7E44-664E-41FFD8256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F18BD-E151-921F-6565-217A58B19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C14FC-6AFF-A64A-F741-2E0DC85B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9020-47ED-4462-9FF7-6AB104CD568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E706C-2B25-F335-27F0-D5FA0752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CDD11-B30A-367B-9508-2E042FFA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3A9-6C2E-445C-B141-4086C26E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29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84C2-7F43-60C7-47AF-42967414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0D2C5-0ED4-9F32-D5D3-B6DD04F83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C4870-985F-2AF1-A32D-5AE653374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DFC0F-661A-EA78-D4AA-135351F4C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CEAD3-11BE-40C6-F1FB-EF8AA6BAF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CA76C7-195D-2F4B-25AF-E1F87495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9020-47ED-4462-9FF7-6AB104CD568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A8CB15-922A-5AC2-6436-014ABC4EB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E564A6-12D2-599F-64D2-807C75448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3A9-6C2E-445C-B141-4086C26E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17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A4A0-A8D1-36E6-5CE0-7A5F75117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142B1-F243-ECEE-10B7-21EC78CC6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9020-47ED-4462-9FF7-6AB104CD568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44C92-10BD-B4B1-8972-ED07DFF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89206-ECB4-61A5-11AD-A7856CC2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3A9-6C2E-445C-B141-4086C26E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911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B72F19-8EFF-5C94-2A0F-ACD8B5D4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9020-47ED-4462-9FF7-6AB104CD568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6F667-9434-3B4E-DDF9-60ED4D13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B228D-0345-972F-C434-D9D344F80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3A9-6C2E-445C-B141-4086C26E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7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8B1E-6478-780A-3A18-C7D5181DF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35CC3-7B44-E1A2-08E6-54AEF73CC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146C2-7A5D-F1AD-A372-6510EF886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88CB2-DD95-F437-429A-8E26B071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9020-47ED-4462-9FF7-6AB104CD568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A75BD2-018F-5F8C-1019-45B72C835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B50F8-9CD6-1C3D-B831-51BF0FF5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3A9-6C2E-445C-B141-4086C26E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42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77886-3D39-88AC-6F85-63591DD26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6AA650-32FF-7604-4961-58240B6C2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BBD13-2999-F635-C926-9EAA857C8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3E1F7-3964-E2C4-1BCD-AE14D113C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9020-47ED-4462-9FF7-6AB104CD568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11BB8-38CF-7168-8F60-754A3B20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C4E74-A793-0E28-C633-E8FB2AE5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3A9-6C2E-445C-B141-4086C26E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019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C49B6-F793-0856-902A-FD82FFFC6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23930-F810-D71A-12CF-EDB347D14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92CBE-6092-73EB-A22D-36DDB4AF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9020-47ED-4462-9FF7-6AB104CD568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0826B-8078-9A02-E5D8-CC6B1AC5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4C3E7-6A4F-A89E-95FB-62678BAB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3A9-6C2E-445C-B141-4086C26E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75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0F4F91-CE20-F22C-0BDE-25B0FC7B8D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1FE9B-DB94-5EDA-0AEE-2D5D5740E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52C47-A1FE-3C80-39BE-6C8A897D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9020-47ED-4462-9FF7-6AB104CD568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ED83E-D85B-57FF-64DF-865F4B54D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E48C1-D4C5-1D3D-B0D9-F185DADD5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4E3A9-6C2E-445C-B141-4086C26E6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356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334576-5C4A-0812-E223-30EF92E56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7A130-E52C-C23A-2EAA-FAB5EDE48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9D9BC-EA0F-113E-C818-D93DBB156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79020-47ED-4462-9FF7-6AB104CD568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71DB1-0E77-093F-5608-60E34874F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36A92-1DA7-C543-8122-20EFB72FD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E3A9-6C2E-445C-B141-4086C26E609C}" type="slidenum">
              <a:rPr lang="en-IN" smtClean="0"/>
              <a:t>‹#›</a:t>
            </a:fld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8CD5011-8E07-5A6E-EB1B-C445C09ECC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049" y="412792"/>
            <a:ext cx="2975143" cy="615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46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4C31F-3721-FBB5-52BD-320996DEAC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2423201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B5BDD-9D79-0A18-D920-432BE208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Time Complexity?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EE53A-2040-257F-AFE5-404DE03B3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</a:t>
            </a:r>
            <a:r>
              <a:rPr lang="en-US" b="1" dirty="0"/>
              <a:t>execution time grows</a:t>
            </a:r>
            <a:r>
              <a:rPr lang="en-US" dirty="0"/>
              <a:t> as input size increases.</a:t>
            </a:r>
          </a:p>
          <a:p>
            <a:r>
              <a:rPr lang="en-US" dirty="0"/>
              <a:t>We measure </a:t>
            </a:r>
            <a:r>
              <a:rPr lang="en-US" b="1" dirty="0"/>
              <a:t>number of operations</a:t>
            </a:r>
            <a:r>
              <a:rPr lang="en-US" dirty="0"/>
              <a:t>, not seconds.</a:t>
            </a:r>
          </a:p>
        </p:txBody>
      </p:sp>
    </p:spTree>
    <p:extLst>
      <p:ext uri="{BB962C8B-B14F-4D97-AF65-F5344CB8AC3E}">
        <p14:creationId xmlns:p14="http://schemas.microsoft.com/office/powerpoint/2010/main" val="3027203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FC5B-C213-D14F-8105-A5C6C92F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1: </a:t>
            </a:r>
            <a:r>
              <a:rPr lang="en-IN" b="1" dirty="0"/>
              <a:t>Constant Time – O(1)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F9F90-B06C-F571-7F09-FCE18469E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Takes same time whether list has 10 or 10 million items.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A8A4F-86E4-36BD-FEFC-95BB5E1A1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431" y="2711762"/>
            <a:ext cx="7202903" cy="143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55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11553-B9C7-0F44-16F7-C718C2116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7BDA5-E64A-81C8-4898-C09067A27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2: </a:t>
            </a:r>
            <a:r>
              <a:rPr lang="en-IN" b="1" dirty="0"/>
              <a:t>Linear Time – O(n)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72DF-1A82-02D6-B504-7A05004CE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grows with input size.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74B55-BDD0-DB13-54C5-569FE08EA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267" y="2612305"/>
            <a:ext cx="8063466" cy="253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84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91CE9-0BB1-A6C8-0333-A4E28EFEC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B578-15DA-4C2B-AC41-7DDE3ED0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3: </a:t>
            </a:r>
            <a:r>
              <a:rPr lang="en-IN" b="1" dirty="0"/>
              <a:t>Nested Loop – O(n²)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23E95-9C5E-2376-EF4E-43759034A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slow for large inputs.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92D51-F82C-904B-175E-ED5F960C9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315" y="2659104"/>
            <a:ext cx="6208296" cy="25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17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2920D-3187-BF29-D137-84D02ED3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E314B-7CB6-62BD-0DAC-3A33FFC82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3: </a:t>
            </a:r>
            <a:r>
              <a:rPr lang="en-IN" b="1" dirty="0"/>
              <a:t>Nested Loop – O(n²)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E01B0D8-D487-0200-0FA2-27F3D7E8FC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196881"/>
              </p:ext>
            </p:extLst>
          </p:nvPr>
        </p:nvGraphicFramePr>
        <p:xfrm>
          <a:off x="838199" y="1965960"/>
          <a:ext cx="10936706" cy="3520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68353">
                  <a:extLst>
                    <a:ext uri="{9D8B030D-6E8A-4147-A177-3AD203B41FA5}">
                      <a16:colId xmlns:a16="http://schemas.microsoft.com/office/drawing/2014/main" val="378293752"/>
                    </a:ext>
                  </a:extLst>
                </a:gridCol>
                <a:gridCol w="5468353">
                  <a:extLst>
                    <a:ext uri="{9D8B030D-6E8A-4147-A177-3AD203B41FA5}">
                      <a16:colId xmlns:a16="http://schemas.microsoft.com/office/drawing/2014/main" val="161425107"/>
                    </a:ext>
                  </a:extLst>
                </a:gridCol>
              </a:tblGrid>
              <a:tr h="880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Input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733075"/>
                  </a:ext>
                </a:extLst>
              </a:tr>
              <a:tr h="880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77533"/>
                  </a:ext>
                </a:extLst>
              </a:tr>
              <a:tr h="880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0945987"/>
                  </a:ext>
                </a:extLst>
              </a:tr>
              <a:tr h="880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1,000,000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5661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0C8E3F8-9164-3536-C323-891895151DB2}"/>
              </a:ext>
            </a:extLst>
          </p:cNvPr>
          <p:cNvSpPr txBox="1"/>
          <p:nvPr/>
        </p:nvSpPr>
        <p:spPr>
          <a:xfrm>
            <a:off x="709862" y="5761672"/>
            <a:ext cx="76159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This is why bad complexity kills performance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79579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04CE-FC59-B32D-4F48-68DAFE7A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Activity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CFFB9-E75E-5F62-650D-ADFB04259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time complexity and what is the time complexity for below problem?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190937-714E-FAF5-4545-E4CAC5D43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402" y="2677009"/>
            <a:ext cx="7125804" cy="207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73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119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Time Complexity</vt:lpstr>
      <vt:lpstr>What is Time Complexity?</vt:lpstr>
      <vt:lpstr>Example 1: Constant Time – O(1)</vt:lpstr>
      <vt:lpstr>Example 2: Linear Time – O(n)</vt:lpstr>
      <vt:lpstr>Example 3: Nested Loop – O(n²)</vt:lpstr>
      <vt:lpstr>Example 3: Nested Loop – O(n²)</vt:lpstr>
      <vt:lpstr>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Padmavathy N</dc:creator>
  <cp:lastModifiedBy>Padmavathy N</cp:lastModifiedBy>
  <cp:revision>23</cp:revision>
  <dcterms:created xsi:type="dcterms:W3CDTF">2026-02-23T18:09:13Z</dcterms:created>
  <dcterms:modified xsi:type="dcterms:W3CDTF">2026-02-23T18:14:50Z</dcterms:modified>
</cp:coreProperties>
</file>