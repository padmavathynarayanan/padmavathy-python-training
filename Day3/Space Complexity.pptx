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150C-4540-6BF7-233E-6C18187B8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EF846-7965-5FD4-0FC1-2D82567F0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3DCFA-5C04-4DDB-00CD-D297B75A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C7CAA-9500-E315-3839-FFF28D11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9137F-0BED-4551-1146-9C5330AE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42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CEB1-AF10-0291-D8C7-EEAA0CD2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8CD5-2361-0134-1C3E-C16728703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2C10D-1984-10A3-FF32-A2E03E06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41E8-80B4-88B4-49C4-A94267BF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EBDAD-5017-F2F9-BC2F-0885BB27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92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F7E1-A628-38EB-C312-7C919D4BC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3911A-6768-956A-079F-09E570F4A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F2D68-DB39-47A6-00A2-5344AAB67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ABADD-CDD8-78C8-B8B8-95FAEB3D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AFF2D-2D7F-BA93-34FD-FC8847DF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1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A498-11F4-0D5C-3984-43CBE2551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25FEE-3ABD-A887-616B-CC6E86EF2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A00CA-7CD8-352D-C495-D1298C951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A2BC1-D5BD-AAF9-814C-FAC255EC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31E24-154C-E3F5-0022-8E4DEB9C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DB99C-A8C7-2226-67D7-FC9CC175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13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A96F3-1C62-7D83-240B-579002FE8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38F3F-556A-617E-D974-D0750E89C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367B5-62F1-C786-1A39-79CB4CB27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2C374-10D1-F15E-C75C-1D848338A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1D89F-46CF-F804-A1EC-126B3A7FA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AE8B46-A2F2-2F4B-277E-12000D25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43137B-C138-21CE-C023-6F050E8C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D739E-A33D-71C5-108B-2CB97D4D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72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EE2F-F231-B7DE-4E01-CC0080B5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E9CB5-D758-CD1A-7B5F-94404A86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F4260-34BD-90B0-7F82-B5504CC1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DE938-8110-84D2-F02D-E7948790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528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A13C-7411-4300-4231-759EAF83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24AFA2-38CF-A321-87D6-2B01E0FD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04AF7-0CD4-7CEC-6F12-551B67CB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01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E563-6E52-45B1-2BCE-B836A8C8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6BDB-3779-C5EB-B0D2-CC6EFEF85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20929-E05B-DEFB-DE4B-A780E172A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CCCD3-ABB6-B40F-B5FA-813F4F91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BCB1D-6D58-DBE3-1CF6-C3841710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98B9B-909F-0B07-A551-3775261E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81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1A4C-7998-2CD8-B105-576412F06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4C73F-C5A2-AF1A-5852-9475DCF46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FB38B-613C-CEC6-4D3D-0D0D6A3C0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4EE9E-6066-9353-824A-12AD0F70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37389-363A-4BD6-0857-999C83EF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DB599-935A-87DD-D5C7-D4152C6D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87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37D3-424D-6FB3-7055-CE9945A5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E5DB3-213B-BA79-09A3-64FFEA97D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497E1-988D-05C6-8026-B0445CF4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D5E88-07F4-E221-E5FB-A8D3E032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2D368-C836-399C-5A6F-01D7C6EA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71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C1F56-B796-A0D1-CD68-5D271615A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4AEAA-6A66-8407-51C5-ACE208ED3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D0610-D2FC-E289-7899-21AB41C4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D9B27-7326-0F35-AFE8-F9361C69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E8F4F-DC3F-D6A4-ADB2-55ED62C2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1B9D6-56C9-884C-7377-E10418A0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FF0BB-14FE-D0F4-A802-BB359E90B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8970D-196A-964D-F81E-9B4D9D01F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2DAFF-1A39-410C-A808-1F32B0F14FDB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31368-104D-E44A-1BC3-06150E6D9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EB7D3-C424-4FDA-1B57-604F47E43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B1DE5-18D4-4A09-B730-62FC232918FC}" type="slidenum">
              <a:rPr lang="en-IN" smtClean="0"/>
              <a:t>‹#›</a:t>
            </a:fld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42BE9E-3335-4CDC-673B-E419AAFC32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133" y="404557"/>
            <a:ext cx="2674520" cy="55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60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581F-CAA6-BE61-159B-151A0D7C03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Space Complexity</a:t>
            </a:r>
          </a:p>
        </p:txBody>
      </p:sp>
    </p:spTree>
    <p:extLst>
      <p:ext uri="{BB962C8B-B14F-4D97-AF65-F5344CB8AC3E}">
        <p14:creationId xmlns:p14="http://schemas.microsoft.com/office/powerpoint/2010/main" val="3824916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17A8-E951-429F-B62B-FE943B55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02147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Space Complexity?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	</a:t>
            </a:r>
            <a:r>
              <a:rPr lang="en-US" sz="3100" dirty="0"/>
              <a:t>How much </a:t>
            </a:r>
            <a:r>
              <a:rPr lang="en-US" sz="3100" b="1" dirty="0"/>
              <a:t>extra memory</a:t>
            </a:r>
            <a:r>
              <a:rPr lang="en-US" sz="3100" dirty="0"/>
              <a:t> an algorithm uses.</a:t>
            </a:r>
            <a:br>
              <a:rPr lang="en-IN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4A368-3EBD-A1C2-E1CC-B38FB3216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69188"/>
            <a:ext cx="5181600" cy="4351338"/>
          </a:xfrm>
        </p:spPr>
        <p:txBody>
          <a:bodyPr/>
          <a:lstStyle/>
          <a:p>
            <a:r>
              <a:rPr lang="en-US" b="1" dirty="0"/>
              <a:t>Example 1: O(1) Space</a:t>
            </a:r>
            <a:endParaRPr lang="en-IN" dirty="0"/>
          </a:p>
          <a:p>
            <a:pPr lvl="1"/>
            <a:r>
              <a:rPr lang="en-IN" dirty="0"/>
              <a:t>Uses fixed memory.</a:t>
            </a:r>
            <a:endParaRPr lang="en-US" b="1" dirty="0"/>
          </a:p>
          <a:p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947B2-D3C9-DE3B-559A-318230DD1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2519528"/>
            <a:ext cx="5181600" cy="4351338"/>
          </a:xfrm>
        </p:spPr>
        <p:txBody>
          <a:bodyPr/>
          <a:lstStyle/>
          <a:p>
            <a:r>
              <a:rPr lang="pt-BR" b="1" dirty="0"/>
              <a:t>Example 2: O(n) Space</a:t>
            </a:r>
          </a:p>
          <a:p>
            <a:pPr lvl="1"/>
            <a:r>
              <a:rPr lang="en-US" dirty="0"/>
              <a:t>Memory increases with input size.</a:t>
            </a:r>
            <a:endParaRPr lang="en-IN" b="1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BB1A578-5B97-A745-B764-1AAE5A8B671B}"/>
              </a:ext>
            </a:extLst>
          </p:cNvPr>
          <p:cNvSpPr/>
          <p:nvPr/>
        </p:nvSpPr>
        <p:spPr>
          <a:xfrm>
            <a:off x="1431758" y="1863480"/>
            <a:ext cx="320842" cy="160421"/>
          </a:xfrm>
          <a:prstGeom prst="rightArrow">
            <a:avLst/>
          </a:prstGeom>
          <a:solidFill>
            <a:schemeClr val="tx1"/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FE53C4-EEE2-DC9D-4C79-39EC2D54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46" r="16801"/>
          <a:stretch>
            <a:fillRect/>
          </a:stretch>
        </p:blipFill>
        <p:spPr>
          <a:xfrm>
            <a:off x="1267326" y="3839234"/>
            <a:ext cx="3838074" cy="1165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1CC5F8-DB4B-6097-6FF3-F3599D15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093" y="3803139"/>
            <a:ext cx="4981107" cy="229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5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FFB3F-D689-BA84-0B89-A72E8999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Compare Time vs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157FF-306A-2BDA-0DE9-DC22E394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Sometimes:</a:t>
            </a:r>
          </a:p>
          <a:p>
            <a:r>
              <a:rPr lang="en-US" dirty="0"/>
              <a:t>Faster code → more memory</a:t>
            </a:r>
          </a:p>
          <a:p>
            <a:r>
              <a:rPr lang="en-US" dirty="0"/>
              <a:t>Less memory → slower code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5D5BF6-74C8-15F5-55CF-8F07BB939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738218"/>
              </p:ext>
            </p:extLst>
          </p:nvPr>
        </p:nvGraphicFramePr>
        <p:xfrm>
          <a:off x="2025316" y="3725369"/>
          <a:ext cx="7712242" cy="155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856121">
                  <a:extLst>
                    <a:ext uri="{9D8B030D-6E8A-4147-A177-3AD203B41FA5}">
                      <a16:colId xmlns:a16="http://schemas.microsoft.com/office/drawing/2014/main" val="730383623"/>
                    </a:ext>
                  </a:extLst>
                </a:gridCol>
                <a:gridCol w="3856121">
                  <a:extLst>
                    <a:ext uri="{9D8B030D-6E8A-4147-A177-3AD203B41FA5}">
                      <a16:colId xmlns:a16="http://schemas.microsoft.com/office/drawing/2014/main" val="650124423"/>
                    </a:ext>
                  </a:extLst>
                </a:gridCol>
              </a:tblGrid>
              <a:tr h="512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315286"/>
                  </a:ext>
                </a:extLst>
              </a:tr>
              <a:tr h="512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How 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498944"/>
                  </a:ext>
                </a:extLst>
              </a:tr>
              <a:tr h="512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How much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788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63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Space Complexity</vt:lpstr>
      <vt:lpstr>What is Space Complexity?   How much extra memory an algorithm uses. </vt:lpstr>
      <vt:lpstr>Compare Time vs Space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Padmavathy N</dc:creator>
  <cp:lastModifiedBy>Padmavathy N</cp:lastModifiedBy>
  <cp:revision>12</cp:revision>
  <dcterms:created xsi:type="dcterms:W3CDTF">2026-02-23T18:15:11Z</dcterms:created>
  <dcterms:modified xsi:type="dcterms:W3CDTF">2026-02-23T19:20:40Z</dcterms:modified>
</cp:coreProperties>
</file>