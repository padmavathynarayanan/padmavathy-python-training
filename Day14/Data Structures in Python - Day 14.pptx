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9144000" cy="6858000"/>
  <p:embeddedFontLst>
    <p:embeddedFont>
      <p:font typeface="Montserrat SemiBold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SemiBold-bold.fntdata"/><Relationship Id="rId27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regular.fntdata"/><Relationship Id="rId30" Type="http://schemas.openxmlformats.org/officeDocument/2006/relationships/font" Target="fonts/Montserrat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DMSans-italic.fntdata"/><Relationship Id="rId10" Type="http://schemas.openxmlformats.org/officeDocument/2006/relationships/slide" Target="slides/slide5.xml"/><Relationship Id="rId32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3de47730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3de47730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1c165cb9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a1c165cb9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1c165cb9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a1c165cb9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a1c165cb9_0_18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a478f1d92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a478f1d92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a478f1d92_0_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a478f1d92_0_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a478f1d92_0_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a478f1d92_0_1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7aa807150_0_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7aa807150_0_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7aa807150_0_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a478f1d92_0_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a478f1d92_0_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a478f1d92_0_2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a478f1d92_0_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a478f1d92_0_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a478f1d92_0_3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a478f1d92_0_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a478f1d92_0_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ca478f1d92_0_46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a478f1d92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a478f1d92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a478f1d92_0_5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a478f1d92_0_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a478f1d92_0_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ca478f1d92_0_6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a478f1d92_0_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a478f1d92_0_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a478f1d92_0_7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a478f1d92_0_8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a478f1d92_0_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a478f1d92_0_8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a478f1d92_0_1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a478f1d92_0_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a478f1d92_0_10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a478f1d92_0_1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a478f1d92_0_1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ca478f1d92_0_11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a478f1d92_0_1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a478f1d92_0_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ca478f1d92_0_12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a478f1d92_0_1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a478f1d92_0_1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a478f1d92_0_128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a478f1d92_0_1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a478f1d92_0_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a478f1d92_0_137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735a022c8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735a022c8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c735a022c8_0_13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20015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4933950"/>
            <a:ext cx="9144000" cy="209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4927410"/>
            <a:ext cx="8229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GUVI – Grab Ur Vernacular Imprint – TRUSTED BY 3 MILLION+ LEARNERS | 1000 Hiring Partners | 100+ Education Institutions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64209" y="186928"/>
            <a:ext cx="23112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7990448" y="4906215"/>
            <a:ext cx="11394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www.guvi.in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237925" y="35375"/>
            <a:ext cx="59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0F243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Structures in Python</a:t>
            </a:r>
            <a:endParaRPr b="1" sz="2500">
              <a:solidFill>
                <a:srgbClr val="0F243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73550" y="707175"/>
            <a:ext cx="74652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 to Heap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 Heap and Max Heap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operations and implementation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Sort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 to Hashing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Hash Table concept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Dictionary in Python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 in Python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Practice examples and applications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3550" y="76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 sz="22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650" y="1723475"/>
            <a:ext cx="3109775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94350" y="1029175"/>
            <a:ext cx="83553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unit introduces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Heaps and Hashing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which are important data structures used for efficient data storage, retrieval, and sorting.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Students will learn how heaps help in managing priority data and how hashing helps in fast searching. They will also implement heaps, heap sort, dictionary, and set using Python.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These concepts are useful in real-world applications like priority queues, searching, and removing duplicates.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96925" y="76775"/>
            <a:ext cx="48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Unit 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Heap Data Structure</a:t>
            </a:r>
            <a:endParaRPr sz="2200"/>
          </a:p>
        </p:txBody>
      </p:sp>
      <p:sp>
        <p:nvSpPr>
          <p:cNvPr id="114" name="Google Shape;114;p18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is a complete binary tree that satisfies the heap property.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Two types: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 Heap</a:t>
            </a:r>
            <a:b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Max Heap</a:t>
            </a:r>
            <a:b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is commonly used to implement: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Priority Queue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Sort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Heap Data Structure</a:t>
            </a:r>
            <a:endParaRPr sz="2200"/>
          </a:p>
        </p:txBody>
      </p:sp>
      <p:sp>
        <p:nvSpPr>
          <p:cNvPr id="122" name="Google Shape;122;p19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Complete Binary Tree Property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binary tree in which: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 levels are completely filled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Last level is filled from left to right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10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/ 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20    30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/ 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40  50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4327800" y="2976200"/>
            <a:ext cx="30000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Array representation: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Index:  0   1   2   3   4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Value: [10, 20, 30, 40, 50]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Heap Data Structure</a:t>
            </a:r>
            <a:endParaRPr sz="2200"/>
          </a:p>
        </p:txBody>
      </p:sp>
      <p:sp>
        <p:nvSpPr>
          <p:cNvPr id="131" name="Google Shape;131;p20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Parent and Child Formula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element at index i: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Parent = (i − 1) // 2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Left child = 2i + 1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Right child = 2i + 2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572000" y="899950"/>
            <a:ext cx="4339800" cy="3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Array: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[10, 20, 30, 40, 50]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index 1 (value = 20)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Parent index = (1−1)//2 = 0 → value = 10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Left child = 3 → value = 40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Right child = 4 → value = 50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Min Heap</a:t>
            </a:r>
            <a:endParaRPr sz="2200"/>
          </a:p>
        </p:txBody>
      </p:sp>
      <p:sp>
        <p:nvSpPr>
          <p:cNvPr id="140" name="Google Shape;140;p21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 Min Heap: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Parent value ≤ Child values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Minimum element is always at root.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5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/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10   15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/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20  30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Root contains smallest element.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Min Heap</a:t>
            </a:r>
            <a:endParaRPr sz="2200"/>
          </a:p>
        </p:txBody>
      </p:sp>
      <p:sp>
        <p:nvSpPr>
          <p:cNvPr id="148" name="Google Shape;148;p22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 heapq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= []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heapq.heappush(heap, 10)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heapq.heappush(heap, 5)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heapq.heappush(heap, 20)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heapq.heappush(heap, 2)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print("Heap:", heap)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print("Smallest element:", heapq.heappop(heap))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5479275" y="12210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Heap: [2, 5, 20, 10]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Smallest element: 2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Max Heap</a:t>
            </a:r>
            <a:endParaRPr sz="2200"/>
          </a:p>
        </p:txBody>
      </p:sp>
      <p:sp>
        <p:nvSpPr>
          <p:cNvPr id="157" name="Google Shape;157;p23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 Max Heap: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Parent value ≥ Child values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Maximum element is always at root.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50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/ 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30    40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/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10  20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Max Heap</a:t>
            </a:r>
            <a:endParaRPr sz="2200"/>
          </a:p>
        </p:txBody>
      </p:sp>
      <p:sp>
        <p:nvSpPr>
          <p:cNvPr id="165" name="Google Shape;165;p24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 supports Min Heap by default.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 negative values to simulate Max Heap.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 heapq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= []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heapq.heappush(heap, -10)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heapq.heappush(heap, -30)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heapq.heappush(heap, -20)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print("Max element:", -heapq.heappop(heap))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Heap Sort</a:t>
            </a:r>
            <a:endParaRPr sz="2200"/>
          </a:p>
        </p:txBody>
      </p:sp>
      <p:sp>
        <p:nvSpPr>
          <p:cNvPr id="173" name="Google Shape;173;p25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Sort is a sorting algorithm using Heap data structure.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Works by repeatedly removing smallest element.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[12, 5, 8, 20, 3]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 1: Convert to heap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[3, 5, 8, 20, 12]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 2: Remove elements one by one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Sorted output: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[3, 5, 8, 12, 20]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Heap Sort</a:t>
            </a:r>
            <a:endParaRPr sz="2200"/>
          </a:p>
        </p:txBody>
      </p:sp>
      <p:sp>
        <p:nvSpPr>
          <p:cNvPr id="181" name="Google Shape;181;p26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 heapq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 = [12, 5, 8, 20, 3]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heapq.heapify(arr)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sorted_arr = []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while arr: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sorted_arr.append(heapq.heappop(arr))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print("Sorted:", sorted_arr)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Sorted: [3, 5, 8, 12, 20]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Hashing</a:t>
            </a:r>
            <a:endParaRPr sz="2200"/>
          </a:p>
        </p:txBody>
      </p:sp>
      <p:sp>
        <p:nvSpPr>
          <p:cNvPr id="189" name="Google Shape;189;p27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Hashing converts a key into an index using a hash function.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Formula: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index = hash(key)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10, 25, 30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Hash function: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hash(key) = key % 10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5311400" y="2723075"/>
            <a:ext cx="30000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10 → 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25 → 5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30 → 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Stored in hash table.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Hash Table</a:t>
            </a:r>
            <a:endParaRPr sz="2200"/>
          </a:p>
        </p:txBody>
      </p:sp>
      <p:sp>
        <p:nvSpPr>
          <p:cNvPr id="198" name="Google Shape;198;p28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Stores data in key-value pairs.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student = {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"name": "John",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"age": 22,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"course": "Python"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print(student["name"])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Hash Table</a:t>
            </a:r>
            <a:endParaRPr sz="2200"/>
          </a:p>
        </p:txBody>
      </p:sp>
      <p:sp>
        <p:nvSpPr>
          <p:cNvPr id="206" name="Google Shape;206;p29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Insert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student["city"] = "Chennai"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Update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student["age"] = 23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Delete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del student["course"]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Traverse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for key, value in student.items():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print(key, value)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Hashing using Set</a:t>
            </a:r>
            <a:endParaRPr sz="2200"/>
          </a:p>
        </p:txBody>
      </p:sp>
      <p:sp>
        <p:nvSpPr>
          <p:cNvPr id="214" name="Google Shape;214;p30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 stores unique values.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Duplicates are not allowed.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numbers = {1, 2, 3, 4}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numbers.add(5)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numbers.add(2)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print(numbers)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{1, 2, 3, 4, 5}              Duplicate ignored.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1" name="Google Shape;221;p3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Hashing using Set</a:t>
            </a:r>
            <a:endParaRPr sz="2200"/>
          </a:p>
        </p:txBody>
      </p:sp>
      <p:sp>
        <p:nvSpPr>
          <p:cNvPr id="222" name="Google Shape;222;p31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Remove Element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numbers.remove(3)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 Element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print(4 in numbers)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True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Real World Applications</a:t>
            </a:r>
            <a:endParaRPr sz="2200"/>
          </a:p>
        </p:txBody>
      </p:sp>
      <p:sp>
        <p:nvSpPr>
          <p:cNvPr id="230" name="Google Shape;230;p32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Applications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Priority Queue: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 Hospital emergency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Critical patient → Highest priority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Heap helps treat highest priority first.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Other applications: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CPU Scheduling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Dijkstra Algorithm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Task Scheduling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7" name="Google Shape;237;p3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Real World Applications</a:t>
            </a:r>
            <a:endParaRPr sz="2200"/>
          </a:p>
        </p:txBody>
      </p:sp>
      <p:sp>
        <p:nvSpPr>
          <p:cNvPr id="238" name="Google Shape;238;p33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Hashing Applications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Database indexing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Password storage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Searching large data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Caching systems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 student ID quickly using dictionary.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5" name="Google Shape;245;p34"/>
          <p:cNvSpPr txBox="1"/>
          <p:nvPr/>
        </p:nvSpPr>
        <p:spPr>
          <a:xfrm>
            <a:off x="196925" y="310100"/>
            <a:ext cx="635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Outcomes</a:t>
            </a:r>
            <a:endParaRPr sz="2200"/>
          </a:p>
        </p:txBody>
      </p:sp>
      <p:sp>
        <p:nvSpPr>
          <p:cNvPr id="246" name="Google Shape;246;p34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 Heap and its types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Min Heap and Max Heap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Perform Heap Sort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 Hashing and Hash Table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 Python Dictionary and Set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Solve problems using Heap and Hashing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2286000" y="2371695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